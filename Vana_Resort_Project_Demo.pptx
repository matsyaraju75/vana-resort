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097280"/>
            <a:ext cx="4023360" cy="347472"/>
          </a:xfrm>
          <a:prstGeom prst="roundRect">
            <a:avLst>
              <a:gd name="adj" fmla="val 26316"/>
            </a:avLst>
          </a:prstGeom>
          <a:solidFill>
            <a:srgbClr val="2D6A4F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PROJECT DEMONSTRATION &amp;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VANA RESORT ARAKU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F3DC"/>
                </a:solidFill>
              </a:rPr>
              <a:t>Full-Stack Eco-Luxury Resort Web Application &amp; Digital Guest Experience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6949440" cy="0"/>
          </a:xfrm>
          <a:prstGeom prst="line">
            <a:avLst/>
          </a:prstGeom>
          <a:noFill/>
          <a:ln w="25400">
            <a:solidFill>
              <a:srgbClr val="D4A373"/>
            </a:solidFill>
            <a:prstDash val="solid"/>
          </a:ln>
        </p:spPr>
      </p:sp>
      <p:pic>
        <p:nvPicPr>
          <p:cNvPr id="8" name="Image 0" descr="C:/Users/poitd/OneDrive/Desktop/Vana Resort/public/images/resort/entranc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97280"/>
            <a:ext cx="3474720" cy="2468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0" y="361188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14362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0" y="3611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373"/>
                </a:solidFill>
              </a:rPr>
              <a:t>📍 Ranajilleda Waterfalls Road, Padmapuram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1520" y="438912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14362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6177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373"/>
                </a:solidFill>
              </a:rPr>
              <a:t>FRONTEND STACK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14400" y="49834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 19 + TypeScript + Vite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429000" y="438912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14362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880" y="46177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373"/>
                </a:solidFill>
              </a:rPr>
              <a:t>BACKEND &amp; DATA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611880" y="49834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PHP 8.2+ REST API + MySQL 8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26480" y="438912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14362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46177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373"/>
                </a:solidFill>
              </a:rPr>
              <a:t>RESILIENCE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09360" y="49834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100% Offline-First Fallback Engine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823960" y="438912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14362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06840" y="46177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373"/>
                </a:solidFill>
              </a:rPr>
              <a:t>GUEST SUITE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006840" y="49834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Verified Rooms • 11 Araku Spots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PROJECT VISION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 &amp; Core Objectives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Connecting Araku Valley eco-tourism with a frictionless digital guest experience.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Vana Resort Araku • Project Demonstration &amp; Technical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4290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6596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</a:rPr>
              <a:t>INDUSTRY NEED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Traditional hill resort websites suffer from outdated information, complex third-party booking commissions, lack of authentic room photos, and network downtime in remote hill terrain.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931920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6908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High OTA commissions (15–25%)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Misleading photos &amp; ambiguous room specs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Lack of curated regional attraction guides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No direct WhatsApp concierge interaction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1737360"/>
            <a:ext cx="34290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96596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OUR APPROACH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23317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17720" y="278892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bespoke, eco-luxury web platform for Vana Resort Araku combining verified property details, room-only galleries, an offline-resilient booking engine, and direct WhatsApp concierge.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931920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406908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100% direct bookings with zero commissions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Strictly verified room &amp; bathroom photos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Comprehensive guide for 11 Araku spots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Offline-resilient architecture with fallback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55280" y="1737360"/>
            <a:ext cx="34290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196596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DELIVERED IMPACT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23317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0" y="278892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seamless, full-featured web app that gives travelers instant clarity, easy booking inquiries, and empowers resort management with a full operational admin dashboard.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3931920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406908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4 Verified Room &amp; Suite categories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11 Curated Araku attractions with entry fees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50 High-resolution property photo snaps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24/7 AI virtual concierge chatbot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SYSTEM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 &amp; Engineering Stack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Engineered for extreme performance, offline fault-tolerance, and modern developer ergonomics.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Vana Resort Araku • Project Demonstration &amp; Technical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4290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920240"/>
            <a:ext cx="2971800" cy="731520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6596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 Client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3134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373"/>
                </a:solidFill>
              </a:rPr>
              <a:t>SPA with Hot-Module Replacement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0120" y="2834640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889504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React 19 &amp; TypeScript: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Component-driven, strictly typed UI components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0120" y="3639312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694176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Vite 8 Bundler: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Sub-second builds, lightning fast HMR dev server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" y="4443984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498848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Tailwind CSS: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Custom resort color tokens, glassmorphism, responsive 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" y="5248656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303520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Lucide React: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Consistent lightweight SVG iconography across all pages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1737360"/>
            <a:ext cx="34290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920240"/>
            <a:ext cx="2971800" cy="731520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96596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Resilience &amp; Local-First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23134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373"/>
                </a:solidFill>
              </a:rPr>
              <a:t>Zero-Downtime Fallback Architecture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834640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889504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Transparent Fallback: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Seamless localStorage fallback if PHP/MySQL is down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639312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694176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Dynamic Price Engine: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Calculates night totals &amp; sample tariffs client-side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4443984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498848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Offline Inquiry Ref: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Instant VR-XXXXXX booking code generation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5248656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5303520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WhatsApp Deep-Link: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Pre-formatted booking payload hand-off to concierge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5280" y="1737360"/>
            <a:ext cx="34290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83880" y="1920240"/>
            <a:ext cx="2971800" cy="731520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196596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 &amp; Data Services Layer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0" y="23134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373"/>
                </a:solidFill>
              </a:rPr>
              <a:t>RESTful API &amp; Database Integration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83880" y="2834640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2889504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PHP 8.2+ REST API: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Modular endpoints for bookings, rooms, contacts, auth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83880" y="3639312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75320" y="3694176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MySQL 8 Database: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Normalized tables with relational constraints &amp; indexes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83880" y="4443984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4498848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Session Authentication: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Secure session cookies for admin role privileges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83880" y="5248656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5303520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Google Hotels Integration: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XML feeds for Google Hotel Prices syndication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ACCOMMODATIONS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 Verified Room Categories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Strictly verified room interiors and bathroom photos in View Details — zero generic distractions.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Vana Resort Araku • Project Demonstration &amp; Technical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560320" cy="45262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9" name="Image 0" descr="C:/Users/poitd/OneDrive/Desktop/Vana Resort/public/images/rooms/standard-non-ac-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10512"/>
            <a:ext cx="2286000" cy="1325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3218688"/>
            <a:ext cx="2194560" cy="219456"/>
          </a:xfrm>
          <a:prstGeom prst="roundRect">
            <a:avLst>
              <a:gd name="adj" fmla="val 33333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2186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</a:rPr>
              <a:t>NON AC COMFORT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14400" y="3493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Non AC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38221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₹1,500 – ₹2,199 / night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272 sq.ft • Queen Bed • Max 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14400" y="4462272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553712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Natural valley breeze, mineral water, Wi-Fi, daily housekeeping, sanitized ensuite bathroom.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429000" y="1691640"/>
            <a:ext cx="2560320" cy="45262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18" name="Image 1" descr="C:/Users/poitd/OneDrive/Desktop/Vana Resort/public/images/rooms/ac-delux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10512"/>
            <a:ext cx="2286000" cy="1325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611880" y="3218688"/>
            <a:ext cx="2194560" cy="219456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11880" y="32186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CLIMATE CONTROL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611880" y="3493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 Deluxe Room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611880" y="38221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₹2,500 – ₹3,299 / night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61188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370 sq.ft • Queen Bed • Max 3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611880" y="4462272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11880" y="4553712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Efficient AC, closet space, plush queen bed, high-speed Wi-Fi, private sitting chair, floral bathroom.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126480" y="1691640"/>
            <a:ext cx="2560320" cy="45262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27" name="Image 2" descr="C:/Users/poitd/OneDrive/Desktop/Vana Resort/public/images/rooms/junior-su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10512"/>
            <a:ext cx="2286000" cy="132588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309360" y="3218688"/>
            <a:ext cx="2194560" cy="219456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09360" y="32186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LUXURY SUITE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309360" y="3493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Junior Suite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309360" y="38221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₹4,000 – ₹4,499 / night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30936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462 sq.ft • King Bed • Max 3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6309360" y="4462272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309360" y="4553712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In-suite room heater for chilly evenings, king bed, sofa lounge, iron &amp; board, enclosed balcony.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8823960" y="1691640"/>
            <a:ext cx="2560320" cy="45262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36" name="Image 3" descr="C:/Users/poitd/OneDrive/Desktop/Vana Resort/public/images/rooms/executive-su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1810512"/>
            <a:ext cx="2286000" cy="1325880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9006840" y="3218688"/>
            <a:ext cx="2194560" cy="219456"/>
          </a:xfrm>
          <a:prstGeom prst="roundRect">
            <a:avLst>
              <a:gd name="adj" fmla="val 3333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9006840" y="32186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174D"/>
                </a:solidFill>
              </a:rPr>
              <a:t>PREMIER RETREAT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9006840" y="3493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Suite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9006840" y="38221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₹6,000 – ₹5,799 / night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900684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600 sq.ft • Master Bedroom + Lounge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9006840" y="4462272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006840" y="4553712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Pinnacle of comfort, 600 sq.ft separate living room, leather sofa, in-room heating, private glass balcony.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EXPLORE ARAKU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Curated Araku Valley Attractions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Comprehensive travel directory complete with distances, recommended hours, and entry pricing.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Vana Resort Araku • Project Demonstration &amp; Technical Showcase</a:t>
            </a:r>
            <a:endParaRPr lang="en-US" sz="850" dirty="0"/>
          </a:p>
        </p:txBody>
      </p:sp>
      <p:pic>
        <p:nvPicPr>
          <p:cNvPr id="8" name="Image 0" descr="C:/Users/poitd/OneDrive/Desktop/Vana Resort/public/images/attractions/chaparai-waterfal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2926080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💧 Chaparai Waterfalls (7 km)</a:t>
            </a:r>
            <a:endParaRPr lang="en-US" sz="950" dirty="0"/>
          </a:p>
        </p:txBody>
      </p:sp>
      <p:pic>
        <p:nvPicPr>
          <p:cNvPr id="10" name="Image 1" descr="C:/Users/poitd/OneDrive/Desktop/Vana Resort/public/images/attractions/borra-cav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94760"/>
            <a:ext cx="2926080" cy="1645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5486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🦇 Borra Caves (28 km)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691640"/>
          <a:ext cx="7525512" cy="438912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914400"/>
                <a:gridCol w="2011680"/>
                <a:gridCol w="11247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Attraction Name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Distance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Visiting 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Entry Fee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1. Madagada View Point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Scenic Viewpoint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16 km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6:00 AM – 5:30 PM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Free Entry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2. Coffee Museum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Culture &amp; Museum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 km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9:00 AM – 8:00 PM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₹20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3. Tribal Museum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Heritage Museum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 km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9:00 AM – 7:00 PM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₹40 Adults / ₹20 Kids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4. Chaparai Waterfalls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Water Cascade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7 km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8:00 AM – 6:00 PM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₹20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5. Araku Pinery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Nature &amp; Forest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 km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7:00 AM – 6:00 PM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Free Entry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6. Padmapuram Gardens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Botanical Garden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 km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8:30 AM – 6:00 PM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₹40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7. Galikonda View Point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High Altitude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18 km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Open all day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Free Entry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8. Wooden Bridge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Scenic Spot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 km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Sunrise to Sunset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Free Entry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9. Sunkarimetta Church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Colonial Heritage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12 km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8:00 AM – 5:00 PM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Free Entry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10. Katiki Waterfalls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Jungle Waterfall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32 km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6:00 AM – 5:00 PM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₹20 (Jeep extra)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11. Borra Caves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Geological Wonder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28 km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10:00 AM – 5:00 PM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₹65 Adults / ₹45 Kids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RESERVATION WORKFLOW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Engine &amp; Offline Resilience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Frictionless booking experience with dynamic tariff calculation and direct WhatsApp hand-off.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Vana Resort Araku • Project Demonstration &amp; Technical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965960"/>
            <a:ext cx="731520" cy="73152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Dates &amp; Room Selection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4747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Guest selects check-in, check-out dates, guest party size, and one of the 4 room categories.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70916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800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332"/>
                </a:solidFill>
              </a:rPr>
              <a:t>Dynamic night counter &amp; instant estimated total based on verified property room tariff.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173736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965960"/>
            <a:ext cx="731520" cy="73152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34747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Client-side verification ensures 10-digit phone number, valid dates (no past check-in), and party sizes.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11880" y="470916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4800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332"/>
                </a:solidFill>
              </a:rPr>
              <a:t>Zero page refreshes, instant feedback messages, and accessibility validation.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73736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965960"/>
            <a:ext cx="731520" cy="73152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Offline-First Resilience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5080" y="34747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Attempts PHP backend API. If offline (e.g. standalone Vite dev server), it seamlessly falls back to localStorage.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470916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800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332"/>
                </a:solidFill>
              </a:rPr>
              <a:t>Generates verified tracking ref (e.g. VR-582914) with zero annoying server error banners!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23960" y="173736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52560" y="1965960"/>
            <a:ext cx="731520" cy="73152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5256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Concierge Hand-off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052560" y="34747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Success card displays full stay summary and one-tap button to notify the front desk on WhatsApp.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06840" y="470916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BF9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8280" y="4800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332"/>
                </a:solidFill>
              </a:rPr>
              <a:t>Pre-formatted message contains: ID, Room, Guest Name, Phone, Dates, Nights, and Tariff.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MEDIA INTEGRITY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Strictly Authentic Room &amp; Bathroom Photos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Zero garden or resort facade distractions inside View Room Details — 100% transparency.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Vana Resort Araku • Project Demonstration &amp; Technical Showcase</a:t>
            </a:r>
            <a:endParaRPr lang="en-US" sz="850" dirty="0"/>
          </a:p>
        </p:txBody>
      </p:sp>
      <p:pic>
        <p:nvPicPr>
          <p:cNvPr id="8" name="Image 0" descr="C:/Users/poitd/OneDrive/Desktop/Vana Resort/public/images/gallery/deluxe-bedroom-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3291840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Authentic Deluxe Bedroom &amp; Nightstand</a:t>
            </a:r>
            <a:endParaRPr lang="en-US" sz="1000" dirty="0"/>
          </a:p>
        </p:txBody>
      </p:sp>
      <p:pic>
        <p:nvPicPr>
          <p:cNvPr id="10" name="Image 1" descr="C:/Users/poitd/OneDrive/Desktop/Vana Resort/public/images/gallery/designer-tiled-bath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1737360"/>
            <a:ext cx="3291840" cy="2103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43984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Designer Tiled Bathroom &amp; Commode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165592" y="1737360"/>
            <a:ext cx="3291840" cy="4480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12480" y="1965960"/>
            <a:ext cx="2743200" cy="274320"/>
          </a:xfrm>
          <a:prstGeom prst="roundRect">
            <a:avLst>
              <a:gd name="adj" fmla="val 26667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124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STRICT MEDIA POLICY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41248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Guests See: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412480" y="278892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✔  Genuine bedroom sleeping areas &amp; bed setups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✔  Actual sanitized ensuite western bathrooms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✔  Modern sanitary fittings, showers, &amp; geysers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✔  Private in-room glass balcony sitting corners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✔  Eliminated all generic garden and pool photos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✔  Prevents guest dissatisfaction upon arrival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31520" y="4343400"/>
            <a:ext cx="700430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05840" y="4526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Guest Experience Impact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005840" y="4892040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By confining the "View Details" gallery strictly to verified bedroom furniture, bed angles, and real bathroom sanitary fittings, travelers get 100% confidence in the hygiene, privacy, and true layout of their room before requesting a reservation.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OPERATIONS &amp; MANAGEMENT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Operations Center &amp; KPIs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Comprehensive resort control room for reservations, inventory, messages, and analytics.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Vana Resort Araku • Project Demonstration &amp; Technical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20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KPI Executive Stats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Real-time overview counting total bookings, pending inquiries, confirmed stays, unread messages, and estimated revenue totals.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920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🛎️  Reservation Workflow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Review incoming customer requests, filter by pending/confirmed/cancelled, adjust final prices, and append internal admin notes.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737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920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🛏️  Inventory &amp; Rooms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83880" y="233172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Dynamic room pricing editor, amenity toggles, room specifications, and image gallery management for all 4 categories.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206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🗺️  Attractions &amp; Gallery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61772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Create, update, or remove nearby Araku destinations. Upload new property photos and categorize under dedicated tabs.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4023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206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✉️  Contact Desk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0" y="461772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Manage customer contact messages submitted via the website with status marking (unread, read, responded).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55280" y="4023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4206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 Security &amp; Auth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83880" y="461772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Protected role-based management login with session cookie support and browser-based emergency recovery keys.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OTA &amp; SYNDICATION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Hotel Prices &amp; XML Syndication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Direct integration with Google Hotel Listings standards for global search discoverability.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Vana Resort Araku • Project Demonstration &amp; Technical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21208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Hotel Center Feed Specs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5146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Generates valid Google Transaction XML with real-time rate queries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Configured Hotel ID: vana_resort_araku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Verified property address: Ranajilleda Waterfalls Road, Padmapuram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Coordinates: Lat 18.3334, Long 82.8821 for exact Google Maps placement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Live Room mapping for Standard Non AC, AC Deluxe, Junior Suite, Executive Suite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5352" y="1737360"/>
            <a:ext cx="5212080" cy="4480560"/>
          </a:xfrm>
          <a:prstGeom prst="roundRect">
            <a:avLst>
              <a:gd name="adj" fmla="val 3061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</a:rPr>
              <a:t>Generated Google Hotel XML Schema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9672" y="23317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 encoding="UTF-8"?&gt;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&lt;listings&gt;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&lt;listing&gt;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&lt;id&gt;vana_resort_araku&lt;/id&gt;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&lt;name&gt;Vana Resort Araku Valley&lt;/name&gt;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&lt;address format="simple"&gt;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&lt;component name="addr1"&gt;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Ranajilleda Waterfalls Road, Padmapuram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&lt;/component&gt;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&lt;component name="city"&gt;Araku Valley&lt;/component&gt;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&lt;component name="province"&gt;Andhra Pradesh&lt;/component&gt;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&lt;component name="postal_code"&gt;531149&lt;/component&gt;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&lt;component name="country"&gt;IN&lt;/component&gt;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&lt;/address&gt;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&lt;latitude&gt;18.3334&lt;/latitude&gt;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&lt;longitude&gt;82.8821&lt;/longitude&gt;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&lt;/listing&gt;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&lt;/listings&gt;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DEMO GUIDE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Live Demonstration Script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Follow this 5-minute structured walkthrough to deliver a flawless project presentation.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Vana Resort Araku • Project Demonstration &amp; Technical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1072591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28800"/>
            <a:ext cx="1645920" cy="530352"/>
          </a:xfrm>
          <a:prstGeom prst="roundRect">
            <a:avLst>
              <a:gd name="adj" fmla="val 13793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288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Min 0:00 – 1:00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8013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Landing Page &amp; First Impression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09397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Open http://localhost:5173/ -&gt; Showcase the scenic hero banner, verified property rating (3.2★ across 261 reviews), quick date booking bar, and welcome introduction.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1072591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743200"/>
            <a:ext cx="1645920" cy="530352"/>
          </a:xfrm>
          <a:prstGeom prst="roundRect">
            <a:avLst>
              <a:gd name="adj" fmla="val 13793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432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Min 1:00 – 2:00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7157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Accommodations &amp; Authentic Photo Check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00837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Click "Stay" -&gt; "Rooms &amp; Suites". Highlight the 4 categories. Click "View Details" on AC Deluxe Room to show strictly real bedroom interiors and designer tiled bathroom photos.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520440"/>
            <a:ext cx="1072591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657600"/>
            <a:ext cx="1645920" cy="530352"/>
          </a:xfrm>
          <a:prstGeom prst="roundRect">
            <a:avLst>
              <a:gd name="adj" fmla="val 13793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576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Min 2:00 – 3:00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36301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Explore Dropdown &amp; 11 Araku Destinations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392277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Hover on "Explore" -&gt; Click "Nearby Attractions". Demonstrate the 11 curated spots (Madagada View Point, Chaparai Waterfalls, Borra Caves) with distance and entry price filters.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1072591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572000"/>
            <a:ext cx="1645920" cy="530352"/>
          </a:xfrm>
          <a:prstGeom prst="roundRect">
            <a:avLst>
              <a:gd name="adj" fmla="val 13793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5720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Min 3:00 – 4:00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45445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Booking Submission &amp; WhatsApp Concierge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483717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Click "Book Now", enter test guest name, mobile, and dates. Submit the request! Highlight instant VR-XXXXXX reference card and click the WhatsApp concierge notification button.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349240"/>
            <a:ext cx="1072591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486400"/>
            <a:ext cx="1645920" cy="530352"/>
          </a:xfrm>
          <a:prstGeom prst="roundRect">
            <a:avLst>
              <a:gd name="adj" fmla="val 13793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4864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Min 4:00 – 5:00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0" y="54589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Admin Panel &amp; Operational Oversight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743200" y="575157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Navigate to /admin, log in as admin. Demonstrate live KPI cards, view the newly submitted booking record in the table, and update status to "Confirmed" with admin notes.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D8F3D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ENGINEERING HIGHLIGHTS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Differentiators &amp; Best Practices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What makes this project unique, robust, and production-ready.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Vana Resort Araku • Project Demonstration &amp; Technical Showcase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920240"/>
            <a:ext cx="411480" cy="4114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920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Third-Party Dependency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Direct bookings handled in-house with WhatsApp concierge hand-off, saving 15–25% in OTA commissions.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737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920240"/>
            <a:ext cx="411480" cy="4114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1920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Offline-First Resilience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Browser-level fallback guarantees reservation inquiries and admin review succeed even without active Apache/MySQL servers.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1737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920240"/>
            <a:ext cx="411480" cy="4114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0" y="1920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Strictly Authentic Media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83880" y="24231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Room details showcase 100% verified room and bathroom photos — eliminating guest disappointment from generic photos.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023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206240"/>
            <a:ext cx="411480" cy="4114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206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Local Destination Guide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7091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11 verified Araku Valley destinations with exact distances, timings, entry prices, and visiting tips right inside the resort site.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4023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206240"/>
            <a:ext cx="411480" cy="4114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74920" y="4206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React 19 + TypeScript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0" y="47091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Full type safety, sub-second HMR dev turnaround, Tailwind design system, and clean reusable component hierarchy.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4023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4206240"/>
            <a:ext cx="411480" cy="4114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0" y="4206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Admin Capabilities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83880" y="47091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Complete dashboard with KPI counters, booking status workflow, contact inquiry tracker, and resort settings.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Ready for Live Demonstration &amp; Questions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10332720" cy="0"/>
          </a:xfrm>
          <a:prstGeom prst="line">
            <a:avLst/>
          </a:prstGeom>
          <a:noFill/>
          <a:ln w="25400">
            <a:solidFill>
              <a:srgbClr val="D4A3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200400"/>
            <a:ext cx="3291840" cy="2468880"/>
          </a:xfrm>
          <a:prstGeom prst="roundRect">
            <a:avLst>
              <a:gd name="adj" fmla="val 5556"/>
            </a:avLst>
          </a:prstGeom>
          <a:solidFill>
            <a:srgbClr val="14362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373"/>
                </a:solidFill>
              </a:rPr>
              <a:t>PROPERTY ADDRESS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388620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VANA RESORT ARAKU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Ranajilleda Waterfalls Road, Padmapuram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Araku Valley, Andhra Pradesh 531149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3200400"/>
            <a:ext cx="3291840" cy="2468880"/>
          </a:xfrm>
          <a:prstGeom prst="roundRect">
            <a:avLst>
              <a:gd name="adj" fmla="val 5556"/>
            </a:avLst>
          </a:prstGeom>
          <a:solidFill>
            <a:srgbClr val="14362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373"/>
                </a:solidFill>
              </a:rPr>
              <a:t>FRONT DESK DIRECT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388620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Phone: +91 90141 15175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WhatsApp: +91 90141 15175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Email: matsyaraju909@gmail.com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3200400"/>
            <a:ext cx="3291840" cy="2468880"/>
          </a:xfrm>
          <a:prstGeom prst="roundRect">
            <a:avLst>
              <a:gd name="adj" fmla="val 5556"/>
            </a:avLst>
          </a:prstGeom>
          <a:solidFill>
            <a:srgbClr val="14362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373"/>
                </a:solidFill>
              </a:rPr>
              <a:t>PROJECT URL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388620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Local Dev Server: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http://localhost:5173/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Admin: http://localhost:5173/admin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Vana Resort Araku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Vana Resort Araku — Full-Stack Project Demo Presentation</dc:title>
  <dc:subject>Project Demonstration &amp; Technical Architecture Showcase</dc:subject>
  <dc:creator>Vana Resort Araku Development Team</dc:creator>
  <cp:lastModifiedBy>Vana Resort Araku Development Team</cp:lastModifiedBy>
  <cp:revision>1</cp:revision>
  <dcterms:created xsi:type="dcterms:W3CDTF">2026-10-05T10:36:57Z</dcterms:created>
  <dcterms:modified xsi:type="dcterms:W3CDTF">2026-10-05T10:36:57Z</dcterms:modified>
</cp:coreProperties>
</file>